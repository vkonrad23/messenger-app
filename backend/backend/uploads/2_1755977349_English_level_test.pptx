
<file path=[Content_Types].xml><?xml version="1.0" encoding="utf-8"?>
<Types xmlns="http://schemas.openxmlformats.org/package/2006/content-types">
  <Default Extension="mp3" ContentType="audio/m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353" r:id="rId5"/>
    <p:sldId id="329" r:id="rId6"/>
    <p:sldId id="354" r:id="rId7"/>
    <p:sldId id="331" r:id="rId8"/>
    <p:sldId id="345" r:id="rId9"/>
    <p:sldId id="355" r:id="rId10"/>
    <p:sldId id="347" r:id="rId11"/>
    <p:sldId id="348" r:id="rId12"/>
    <p:sldId id="349" r:id="rId13"/>
    <p:sldId id="350" r:id="rId14"/>
    <p:sldId id="351" r:id="rId15"/>
    <p:sldId id="352" r:id="rId16"/>
    <p:sldId id="356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D7D9"/>
    <a:srgbClr val="93D3D9"/>
    <a:srgbClr val="AAD6FF"/>
    <a:srgbClr val="B2C8CD"/>
    <a:srgbClr val="CCD8D6"/>
    <a:srgbClr val="4F5945"/>
    <a:srgbClr val="73292A"/>
    <a:srgbClr val="7F867A"/>
    <a:srgbClr val="A65B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966" autoAdjust="0"/>
  </p:normalViewPr>
  <p:slideViewPr>
    <p:cSldViewPr snapToGrid="0">
      <p:cViewPr varScale="1">
        <p:scale>
          <a:sx n="59" d="100"/>
          <a:sy n="59" d="100"/>
        </p:scale>
        <p:origin x="53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82" d="100"/>
          <a:sy n="82" d="100"/>
        </p:scale>
        <p:origin x="2784" y="17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49852A6-C536-198B-0B36-808C24FAAF6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40B29C-E84A-E4D1-8998-1A961EC23BA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A5AE42-7DC1-8140-9B13-146984FDEF22}" type="datetimeFigureOut">
              <a:rPr lang="en-US" smtClean="0"/>
              <a:t>8/18/2025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CE4DE7-ED89-D264-F004-38F2DF4879D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7E8591-FF54-5A00-A703-95ABC16B78D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69B77-94AB-0344-9EBF-9DB9EE8D3AB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85974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F75F72-8950-AF4F-9381-1D26FB547EA1}" type="datetimeFigureOut">
              <a:rPr lang="en-US" smtClean="0"/>
              <a:t>8/18/2025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75476F-A808-1F46-A368-07984F6DA22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42527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75476F-A808-1F46-A368-07984F6DA22E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79107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75476F-A808-1F46-A368-07984F6DA22E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75198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D90036E-D78E-7995-BEF4-F64DA613C71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tx1">
              <a:lumMod val="50000"/>
              <a:lumOff val="50000"/>
            </a:schemeClr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8176" y="1463040"/>
            <a:ext cx="6327648" cy="2180543"/>
          </a:xfrm>
          <a:noFill/>
        </p:spPr>
        <p:txBody>
          <a:bodyPr anchor="b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11096" y="3995928"/>
            <a:ext cx="5321808" cy="824404"/>
          </a:xfrm>
          <a:noFill/>
        </p:spPr>
        <p:txBody>
          <a:bodyPr anchor="ctr"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9048" y="530352"/>
            <a:ext cx="5385816" cy="1810512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B3132E8-A261-CEAB-129F-0FED7AD8D00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5174458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Content Placeholder 5">
            <a:extLst>
              <a:ext uri="{FF2B5EF4-FFF2-40B4-BE49-F238E27FC236}">
                <a16:creationId xmlns:a16="http://schemas.microsoft.com/office/drawing/2014/main" id="{9BEB2D80-6263-5794-6A1A-CFF345F7A9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99048" y="2962656"/>
            <a:ext cx="5385816" cy="270662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Clr>
                <a:srgbClr val="73292A"/>
              </a:buClr>
              <a:buNone/>
              <a:defRPr sz="2400"/>
            </a:lvl1pPr>
            <a:lvl2pPr marL="228600">
              <a:buClr>
                <a:srgbClr val="73292A"/>
              </a:buClr>
              <a:defRPr sz="2000"/>
            </a:lvl2pPr>
            <a:lvl3pPr marL="685800">
              <a:buClr>
                <a:srgbClr val="73292A"/>
              </a:buClr>
              <a:defRPr sz="1800"/>
            </a:lvl3pPr>
            <a:lvl4pPr marL="1143000">
              <a:buClr>
                <a:srgbClr val="73292A"/>
              </a:buClr>
              <a:defRPr sz="1600"/>
            </a:lvl4pPr>
            <a:lvl5pPr marL="1600200">
              <a:buClr>
                <a:srgbClr val="73292A"/>
              </a:buCl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9048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4928" y="6356350"/>
            <a:ext cx="71628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CAF8C32-80F8-F614-8280-02F76781F238}"/>
              </a:ext>
            </a:extLst>
          </p:cNvPr>
          <p:cNvSpPr/>
          <p:nvPr userDrawn="1"/>
        </p:nvSpPr>
        <p:spPr>
          <a:xfrm>
            <a:off x="5174459" y="0"/>
            <a:ext cx="4571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2CB607F-27CE-D613-F812-E70C738FA04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723"/>
          <a:stretch/>
        </p:blipFill>
        <p:spPr>
          <a:xfrm>
            <a:off x="9959711" y="738051"/>
            <a:ext cx="2232289" cy="5381892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A689F60-3D32-FD74-24A9-266643081E85}"/>
              </a:ext>
            </a:extLst>
          </p:cNvPr>
          <p:cNvCxnSpPr>
            <a:cxnSpLocks/>
          </p:cNvCxnSpPr>
          <p:nvPr userDrawn="1"/>
        </p:nvCxnSpPr>
        <p:spPr>
          <a:xfrm>
            <a:off x="6189979" y="2649682"/>
            <a:ext cx="3325980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B827D708-B036-EE04-B213-EC3EAAE0681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29920" y="2509197"/>
            <a:ext cx="972078" cy="285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980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68B802A0-174F-ED42-DB3C-30B25D7D20B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tx1">
              <a:lumMod val="50000"/>
              <a:lumOff val="50000"/>
            </a:schemeClr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5682FAF-43FC-D4B4-4D6A-E5D70198C1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1912" y="2185416"/>
            <a:ext cx="9052560" cy="2487168"/>
          </a:xfrm>
          <a:noFill/>
        </p:spPr>
        <p:txBody>
          <a:bodyPr anchor="ctr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2635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7F691F67-3A33-EA2C-967A-86934DA1D47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69401" b="24659"/>
          <a:stretch/>
        </p:blipFill>
        <p:spPr>
          <a:xfrm>
            <a:off x="5856445" y="726334"/>
            <a:ext cx="1898043" cy="540533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722376"/>
            <a:ext cx="6419088" cy="2350008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F6B0D1AB-E9D6-841F-7178-F60F07AF3B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79" y="3931920"/>
            <a:ext cx="6419088" cy="1389888"/>
          </a:xfrm>
        </p:spPr>
        <p:txBody>
          <a:bodyPr>
            <a:normAutofit/>
          </a:bodyPr>
          <a:lstStyle>
            <a:lvl1pPr marL="0" indent="0" algn="ctr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B3132E8-A261-CEAB-129F-0FED7AD8D00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54488" y="0"/>
            <a:ext cx="4434464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B41B1E5-0891-6540-C6C6-2E4CF929E2D5}"/>
              </a:ext>
            </a:extLst>
          </p:cNvPr>
          <p:cNvCxnSpPr>
            <a:cxnSpLocks/>
          </p:cNvCxnSpPr>
          <p:nvPr userDrawn="1"/>
        </p:nvCxnSpPr>
        <p:spPr>
          <a:xfrm>
            <a:off x="1679972" y="3432325"/>
            <a:ext cx="4376421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A picture containing text&#10;&#10;Description automatically generated">
            <a:extLst>
              <a:ext uri="{FF2B5EF4-FFF2-40B4-BE49-F238E27FC236}">
                <a16:creationId xmlns:a16="http://schemas.microsoft.com/office/drawing/2014/main" id="{2CA6CDBD-54C9-2154-A4D6-F432B3CF27F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3169" y="3291840"/>
            <a:ext cx="972078" cy="285381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57541814-983F-1B1C-1D5D-EBAC0D9BEB4C}"/>
              </a:ext>
            </a:extLst>
          </p:cNvPr>
          <p:cNvSpPr/>
          <p:nvPr userDrawn="1"/>
        </p:nvSpPr>
        <p:spPr>
          <a:xfrm>
            <a:off x="7711438" y="0"/>
            <a:ext cx="45719" cy="6858000"/>
          </a:xfrm>
          <a:prstGeom prst="rect">
            <a:avLst/>
          </a:prstGeom>
          <a:solidFill>
            <a:schemeClr val="tx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173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7D338C08-B5A9-DA78-1FE4-12BEFEB61B6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6136" t="6121"/>
          <a:stretch/>
        </p:blipFill>
        <p:spPr>
          <a:xfrm rot="16200000" flipH="1" flipV="1">
            <a:off x="7528785" y="-1437953"/>
            <a:ext cx="3225262" cy="610116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6865A83-7754-90AF-ABA5-0759C2C74767}"/>
              </a:ext>
            </a:extLst>
          </p:cNvPr>
          <p:cNvSpPr/>
          <p:nvPr userDrawn="1"/>
        </p:nvSpPr>
        <p:spPr>
          <a:xfrm>
            <a:off x="0" y="0"/>
            <a:ext cx="479094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30C4EDD-E959-BB97-7574-864A6EDFD3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32292"/>
          <a:stretch/>
        </p:blipFill>
        <p:spPr>
          <a:xfrm>
            <a:off x="602251" y="4944272"/>
            <a:ext cx="3848748" cy="191372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610998D-17F5-CC68-2E37-9789F050B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688" y="1408176"/>
            <a:ext cx="3392424" cy="40142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DBC944E-6F68-C409-3596-8B6F50E09B9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724144" y="1536192"/>
            <a:ext cx="5696712" cy="3758184"/>
          </a:xfrm>
        </p:spPr>
        <p:txBody>
          <a:bodyPr/>
          <a:lstStyle>
            <a:lvl1pPr>
              <a:spcAft>
                <a:spcPts val="600"/>
              </a:spcAft>
              <a:buClr>
                <a:schemeClr val="accent2"/>
              </a:buClr>
              <a:defRPr sz="2200"/>
            </a:lvl1pPr>
            <a:lvl2pPr>
              <a:buClr>
                <a:schemeClr val="accent2"/>
              </a:buClr>
              <a:defRPr sz="2000"/>
            </a:lvl2pPr>
            <a:lvl3pPr>
              <a:buClr>
                <a:schemeClr val="accent2"/>
              </a:buClr>
              <a:defRPr sz="1800"/>
            </a:lvl3pPr>
            <a:lvl4pPr>
              <a:buClr>
                <a:schemeClr val="accent2"/>
              </a:buClr>
              <a:defRPr sz="1600"/>
            </a:lvl4pPr>
            <a:lvl5pPr>
              <a:buClr>
                <a:schemeClr val="accent2"/>
              </a:buCl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FE570D-F390-097A-83FE-FB9C9CD92E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724144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119F3A-839F-70D5-1136-F47387FBF6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77048F4-9454-D035-3356-DD623DFCEE42}"/>
              </a:ext>
            </a:extLst>
          </p:cNvPr>
          <p:cNvSpPr/>
          <p:nvPr userDrawn="1"/>
        </p:nvSpPr>
        <p:spPr>
          <a:xfrm rot="5400000">
            <a:off x="1361771" y="3406143"/>
            <a:ext cx="6857999" cy="4571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04209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ith Sub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68B802A0-174F-ED42-DB3C-30B25D7D20B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tx1">
              <a:lumMod val="50000"/>
              <a:lumOff val="50000"/>
            </a:schemeClr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5682FAF-43FC-D4B4-4D6A-E5D70198C1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7048" y="2276856"/>
            <a:ext cx="9144000" cy="1508760"/>
          </a:xfrm>
          <a:noFill/>
        </p:spPr>
        <p:txBody>
          <a:bodyPr anchor="ctr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FB724EDC-0FF4-BC78-C7CF-5B31189CBF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3858768"/>
            <a:ext cx="9144000" cy="841248"/>
          </a:xfrm>
          <a:noFill/>
        </p:spPr>
        <p:txBody>
          <a:bodyPr anchor="t"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11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6865A83-7754-90AF-ABA5-0759C2C74767}"/>
              </a:ext>
            </a:extLst>
          </p:cNvPr>
          <p:cNvSpPr/>
          <p:nvPr userDrawn="1"/>
        </p:nvSpPr>
        <p:spPr>
          <a:xfrm>
            <a:off x="-1" y="0"/>
            <a:ext cx="12188952" cy="20482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10998D-17F5-CC68-2E37-9789F050B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688" y="228600"/>
            <a:ext cx="9528048" cy="1600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DBC944E-6F68-C409-3596-8B6F50E09B9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32688" y="2523744"/>
            <a:ext cx="4864608" cy="3694176"/>
          </a:xfrm>
        </p:spPr>
        <p:txBody>
          <a:bodyPr/>
          <a:lstStyle>
            <a:lvl1pPr marL="0" indent="0">
              <a:spcAft>
                <a:spcPts val="0"/>
              </a:spcAft>
              <a:buClr>
                <a:schemeClr val="accent2"/>
              </a:buClr>
              <a:buNone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228600">
              <a:spcBef>
                <a:spcPts val="1000"/>
              </a:spcBef>
              <a:buClr>
                <a:schemeClr val="accent2"/>
              </a:buClr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685800">
              <a:buClr>
                <a:schemeClr val="accent2"/>
              </a:buClr>
              <a:defRPr sz="2000">
                <a:solidFill>
                  <a:schemeClr val="tx2">
                    <a:lumMod val="25000"/>
                  </a:schemeClr>
                </a:solidFill>
              </a:defRPr>
            </a:lvl3pPr>
            <a:lvl4pPr marL="1143000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4pPr>
            <a:lvl5pPr marL="1600200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450D1A9C-4404-2909-F0C4-B7571474C94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684264" y="2523744"/>
            <a:ext cx="4864608" cy="3694176"/>
          </a:xfrm>
        </p:spPr>
        <p:txBody>
          <a:bodyPr/>
          <a:lstStyle>
            <a:lvl1pPr marL="0" indent="0">
              <a:spcAft>
                <a:spcPts val="0"/>
              </a:spcAft>
              <a:buClr>
                <a:schemeClr val="accent2"/>
              </a:buClr>
              <a:buNone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228600">
              <a:spcBef>
                <a:spcPts val="1000"/>
              </a:spcBef>
              <a:buClr>
                <a:schemeClr val="accent2"/>
              </a:buClr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685800">
              <a:buClr>
                <a:schemeClr val="accent2"/>
              </a:buClr>
              <a:defRPr sz="2000">
                <a:solidFill>
                  <a:schemeClr val="tx2">
                    <a:lumMod val="25000"/>
                  </a:schemeClr>
                </a:solidFill>
              </a:defRPr>
            </a:lvl3pPr>
            <a:lvl4pPr marL="1143000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4pPr>
            <a:lvl5pPr marL="1600200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FE570D-F390-097A-83FE-FB9C9CD92E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32688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119F3A-839F-70D5-1136-F47387FBF6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1885D14-9B48-E0B1-43FF-B19F5005FDA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32292"/>
          <a:stretch/>
        </p:blipFill>
        <p:spPr>
          <a:xfrm>
            <a:off x="8472405" y="132047"/>
            <a:ext cx="3848748" cy="191372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D7ECFC8-50F2-4F2A-960A-F4F79E198620}"/>
              </a:ext>
            </a:extLst>
          </p:cNvPr>
          <p:cNvSpPr/>
          <p:nvPr userDrawn="1"/>
        </p:nvSpPr>
        <p:spPr>
          <a:xfrm>
            <a:off x="0" y="2022420"/>
            <a:ext cx="12192000" cy="4571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8098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B7F52C37-6A33-FD57-31EC-516F581DF1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7420" b="36176"/>
          <a:stretch/>
        </p:blipFill>
        <p:spPr>
          <a:xfrm>
            <a:off x="0" y="2510651"/>
            <a:ext cx="2841744" cy="43473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6865A83-7754-90AF-ABA5-0759C2C74767}"/>
              </a:ext>
            </a:extLst>
          </p:cNvPr>
          <p:cNvSpPr/>
          <p:nvPr userDrawn="1"/>
        </p:nvSpPr>
        <p:spPr>
          <a:xfrm>
            <a:off x="7397496" y="0"/>
            <a:ext cx="479094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10998D-17F5-CC68-2E37-9789F050B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1584" y="1408176"/>
            <a:ext cx="3392424" cy="40142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DBC944E-6F68-C409-3596-8B6F50E09B9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32688" y="685800"/>
            <a:ext cx="5276088" cy="1563624"/>
          </a:xfrm>
        </p:spPr>
        <p:txBody>
          <a:bodyPr>
            <a:noAutofit/>
          </a:bodyPr>
          <a:lstStyle>
            <a:lvl1pPr marL="457200" indent="-457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+mj-lt"/>
              <a:buAutoNum type="arabicPeriod"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914400" indent="-457200">
              <a:buClr>
                <a:schemeClr val="accent2"/>
              </a:buClr>
              <a:buFont typeface="+mj-lt"/>
              <a:buAutoNum type="alphaLcPeriod"/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1371600" indent="-457200">
              <a:buClr>
                <a:schemeClr val="accent2"/>
              </a:buClr>
              <a:buFont typeface="+mj-lt"/>
              <a:buAutoNum type="romanLcPeriod"/>
              <a:defRPr sz="2000">
                <a:solidFill>
                  <a:schemeClr val="tx2">
                    <a:lumMod val="25000"/>
                  </a:schemeClr>
                </a:solidFill>
              </a:defRPr>
            </a:lvl3pPr>
            <a:lvl4pPr marL="1714500" indent="-342900">
              <a:buClr>
                <a:schemeClr val="accent2"/>
              </a:buClr>
              <a:buFont typeface="+mj-lt"/>
              <a:buAutoNum type="arabicParenR"/>
              <a:defRPr sz="1800">
                <a:solidFill>
                  <a:schemeClr val="tx2">
                    <a:lumMod val="25000"/>
                  </a:schemeClr>
                </a:solidFill>
              </a:defRPr>
            </a:lvl4pPr>
            <a:lvl5pPr marL="2171700" indent="-342900">
              <a:buClr>
                <a:schemeClr val="accent2"/>
              </a:buClr>
              <a:buFont typeface="+mj-lt"/>
              <a:buAutoNum type="alphaLcParenR"/>
              <a:defRPr sz="16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EC526101-2775-A309-0B4A-DB278C3974D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32688" y="2697480"/>
            <a:ext cx="5276088" cy="3483864"/>
          </a:xfrm>
        </p:spPr>
        <p:txBody>
          <a:bodyPr/>
          <a:lstStyle>
            <a:lvl1pPr marL="0" indent="0">
              <a:spcAft>
                <a:spcPts val="0"/>
              </a:spcAft>
              <a:buClr>
                <a:schemeClr val="accent2"/>
              </a:buClr>
              <a:buNone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228600">
              <a:spcBef>
                <a:spcPts val="1000"/>
              </a:spcBef>
              <a:buClr>
                <a:schemeClr val="accent2"/>
              </a:buClr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685800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3pPr>
            <a:lvl4pPr marL="1143000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4pPr>
            <a:lvl5pPr marL="1600200">
              <a:buClr>
                <a:schemeClr val="accent2"/>
              </a:buClr>
              <a:defRPr sz="14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FE570D-F390-097A-83FE-FB9C9CD92E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32688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119F3A-839F-70D5-1136-F47387FBF6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45719EF3-43BC-5F74-7396-273F72ED3CB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32292"/>
          <a:stretch/>
        </p:blipFill>
        <p:spPr>
          <a:xfrm>
            <a:off x="8001534" y="4944272"/>
            <a:ext cx="3848748" cy="1913728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137D205C-32E5-5A54-8D89-CB56198B06E5}"/>
              </a:ext>
            </a:extLst>
          </p:cNvPr>
          <p:cNvSpPr/>
          <p:nvPr userDrawn="1"/>
        </p:nvSpPr>
        <p:spPr>
          <a:xfrm rot="5400000">
            <a:off x="3949200" y="3406143"/>
            <a:ext cx="6857999" cy="4571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7182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>
            <a:extLst>
              <a:ext uri="{FF2B5EF4-FFF2-40B4-BE49-F238E27FC236}">
                <a16:creationId xmlns:a16="http://schemas.microsoft.com/office/drawing/2014/main" id="{516D97AE-EB24-C3DA-21A1-E8EE4631ACE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2118" r="47395" b="22709"/>
          <a:stretch/>
        </p:blipFill>
        <p:spPr>
          <a:xfrm flipH="1">
            <a:off x="4448831" y="805912"/>
            <a:ext cx="1464735" cy="496143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CBF43B9-3946-05E6-521F-EE4BB59B49D0}"/>
              </a:ext>
            </a:extLst>
          </p:cNvPr>
          <p:cNvSpPr/>
          <p:nvPr userDrawn="1"/>
        </p:nvSpPr>
        <p:spPr>
          <a:xfrm>
            <a:off x="4434840" y="0"/>
            <a:ext cx="45719" cy="6858000"/>
          </a:xfrm>
          <a:prstGeom prst="rect">
            <a:avLst/>
          </a:prstGeom>
          <a:solidFill>
            <a:schemeClr val="tx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14DEF57-E0D6-D7CA-5D3C-FC97EAB06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3792" y="557784"/>
            <a:ext cx="6419088" cy="1929384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930B4666-31C5-1F2B-27D9-2A9F6EC970D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434464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DBC944E-6F68-C409-3596-8B6F50E09B9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193792" y="3328416"/>
            <a:ext cx="6419088" cy="2441448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1200"/>
              </a:spcAft>
              <a:buClr>
                <a:schemeClr val="accent2"/>
              </a:buClr>
              <a:buNone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algn="ctr">
              <a:buClr>
                <a:schemeClr val="accent2"/>
              </a:buClr>
              <a:defRPr sz="2000">
                <a:solidFill>
                  <a:schemeClr val="tx2">
                    <a:lumMod val="25000"/>
                  </a:schemeClr>
                </a:solidFill>
              </a:defRPr>
            </a:lvl2pPr>
            <a:lvl3pPr algn="ctr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3pPr>
            <a:lvl4pPr algn="ctr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4pPr>
            <a:lvl5pPr algn="ctr">
              <a:buClr>
                <a:schemeClr val="accent2"/>
              </a:buClr>
              <a:defRPr sz="14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FE570D-F390-097A-83FE-FB9C9CD92E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193792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119F3A-839F-70D5-1136-F47387FBF6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89EEBF9-800C-88AE-FE83-60B5F47AFC14}"/>
              </a:ext>
            </a:extLst>
          </p:cNvPr>
          <p:cNvCxnSpPr>
            <a:cxnSpLocks/>
          </p:cNvCxnSpPr>
          <p:nvPr userDrawn="1"/>
        </p:nvCxnSpPr>
        <p:spPr>
          <a:xfrm>
            <a:off x="6174481" y="2843389"/>
            <a:ext cx="4376421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 descr="A picture containing text&#10;&#10;Description automatically generated">
            <a:extLst>
              <a:ext uri="{FF2B5EF4-FFF2-40B4-BE49-F238E27FC236}">
                <a16:creationId xmlns:a16="http://schemas.microsoft.com/office/drawing/2014/main" id="{301D77B6-9ED1-094C-66A3-7D5AB0CDEA4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14042" y="2702904"/>
            <a:ext cx="972078" cy="285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6491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6865A83-7754-90AF-ABA5-0759C2C74767}"/>
              </a:ext>
            </a:extLst>
          </p:cNvPr>
          <p:cNvSpPr/>
          <p:nvPr userDrawn="1"/>
        </p:nvSpPr>
        <p:spPr>
          <a:xfrm>
            <a:off x="-1" y="0"/>
            <a:ext cx="12188952" cy="20482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10998D-17F5-CC68-2E37-9789F050B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688" y="228600"/>
            <a:ext cx="9528048" cy="1600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DBC944E-6F68-C409-3596-8B6F50E09B9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32688" y="2770632"/>
            <a:ext cx="2487168" cy="3502152"/>
          </a:xfrm>
        </p:spPr>
        <p:txBody>
          <a:bodyPr lIns="91440" rIns="91440"/>
          <a:lstStyle>
            <a:lvl1pPr marL="0" indent="0">
              <a:spcAft>
                <a:spcPts val="1200"/>
              </a:spcAft>
              <a:buClr>
                <a:schemeClr val="accent2"/>
              </a:buClr>
              <a:buNone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228600">
              <a:spcBef>
                <a:spcPts val="1000"/>
              </a:spcBef>
              <a:buClr>
                <a:schemeClr val="accent2"/>
              </a:buClr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685800">
              <a:buClr>
                <a:schemeClr val="accent2"/>
              </a:buClr>
              <a:defRPr sz="2000">
                <a:solidFill>
                  <a:schemeClr val="tx2">
                    <a:lumMod val="25000"/>
                  </a:schemeClr>
                </a:solidFill>
              </a:defRPr>
            </a:lvl3pPr>
            <a:lvl4pPr marL="1143000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4pPr>
            <a:lvl5pPr marL="1600200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450D1A9C-4404-2909-F0C4-B7571474C94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85616" y="2770632"/>
            <a:ext cx="7571232" cy="3392424"/>
          </a:xfrm>
        </p:spPr>
        <p:txBody>
          <a:bodyPr/>
          <a:lstStyle>
            <a:lvl1pPr marL="0" indent="0">
              <a:spcAft>
                <a:spcPts val="0"/>
              </a:spcAft>
              <a:buClr>
                <a:schemeClr val="accent2"/>
              </a:buClr>
              <a:buNone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228600">
              <a:spcBef>
                <a:spcPts val="1000"/>
              </a:spcBef>
              <a:buClr>
                <a:schemeClr val="accent2"/>
              </a:buClr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685800">
              <a:buClr>
                <a:schemeClr val="accent2"/>
              </a:buClr>
              <a:defRPr sz="2000">
                <a:solidFill>
                  <a:schemeClr val="tx2">
                    <a:lumMod val="25000"/>
                  </a:schemeClr>
                </a:solidFill>
              </a:defRPr>
            </a:lvl3pPr>
            <a:lvl4pPr marL="1143000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4pPr>
            <a:lvl5pPr marL="1600200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FE570D-F390-097A-83FE-FB9C9CD92E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32688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119F3A-839F-70D5-1136-F47387FBF6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1885D14-9B48-E0B1-43FF-B19F5005FDA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32292"/>
          <a:stretch/>
        </p:blipFill>
        <p:spPr>
          <a:xfrm>
            <a:off x="8472405" y="132047"/>
            <a:ext cx="3848748" cy="191372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D7ECFC8-50F2-4F2A-960A-F4F79E198620}"/>
              </a:ext>
            </a:extLst>
          </p:cNvPr>
          <p:cNvSpPr/>
          <p:nvPr userDrawn="1"/>
        </p:nvSpPr>
        <p:spPr>
          <a:xfrm>
            <a:off x="0" y="2022420"/>
            <a:ext cx="12192000" cy="4571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39906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6865A83-7754-90AF-ABA5-0759C2C74767}"/>
              </a:ext>
            </a:extLst>
          </p:cNvPr>
          <p:cNvSpPr/>
          <p:nvPr userDrawn="1"/>
        </p:nvSpPr>
        <p:spPr>
          <a:xfrm>
            <a:off x="-1" y="0"/>
            <a:ext cx="12188952" cy="20482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10998D-17F5-CC68-2E37-9789F050B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688" y="228600"/>
            <a:ext cx="9528048" cy="1600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DBC944E-6F68-C409-3596-8B6F50E09B9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32688" y="2432304"/>
            <a:ext cx="6163056" cy="3739896"/>
          </a:xfrm>
        </p:spPr>
        <p:txBody>
          <a:bodyPr lIns="91440" rIns="91440"/>
          <a:lstStyle>
            <a:lvl1pPr marL="228600" indent="-228600">
              <a:spcAft>
                <a:spcPts val="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685800">
              <a:spcBef>
                <a:spcPts val="500"/>
              </a:spcBef>
              <a:buClr>
                <a:schemeClr val="accent2"/>
              </a:buClr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1143000">
              <a:buClr>
                <a:schemeClr val="accent2"/>
              </a:buClr>
              <a:defRPr sz="2000">
                <a:solidFill>
                  <a:schemeClr val="tx2">
                    <a:lumMod val="25000"/>
                  </a:schemeClr>
                </a:solidFill>
              </a:defRPr>
            </a:lvl3pPr>
            <a:lvl4pPr marL="1600200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4pPr>
            <a:lvl5pPr marL="2057400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450D1A9C-4404-2909-F0C4-B7571474C94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424928" y="2441448"/>
            <a:ext cx="4169664" cy="3703320"/>
          </a:xfrm>
        </p:spPr>
        <p:txBody>
          <a:bodyPr/>
          <a:lstStyle>
            <a:lvl1pPr marL="0" indent="0">
              <a:spcAft>
                <a:spcPts val="0"/>
              </a:spcAft>
              <a:buClr>
                <a:schemeClr val="accent2"/>
              </a:buClr>
              <a:buNone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228600">
              <a:spcBef>
                <a:spcPts val="1000"/>
              </a:spcBef>
              <a:buClr>
                <a:schemeClr val="accent2"/>
              </a:buClr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685800">
              <a:buClr>
                <a:schemeClr val="accent2"/>
              </a:buClr>
              <a:defRPr sz="2000">
                <a:solidFill>
                  <a:schemeClr val="tx2">
                    <a:lumMod val="25000"/>
                  </a:schemeClr>
                </a:solidFill>
              </a:defRPr>
            </a:lvl3pPr>
            <a:lvl4pPr marL="1143000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4pPr>
            <a:lvl5pPr marL="1600200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FE570D-F390-097A-83FE-FB9C9CD92E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32688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119F3A-839F-70D5-1136-F47387FBF6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1885D14-9B48-E0B1-43FF-B19F5005FDA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32292"/>
          <a:stretch/>
        </p:blipFill>
        <p:spPr>
          <a:xfrm>
            <a:off x="8472405" y="132047"/>
            <a:ext cx="3848748" cy="191372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D7ECFC8-50F2-4F2A-960A-F4F79E198620}"/>
              </a:ext>
            </a:extLst>
          </p:cNvPr>
          <p:cNvSpPr/>
          <p:nvPr userDrawn="1"/>
        </p:nvSpPr>
        <p:spPr>
          <a:xfrm>
            <a:off x="0" y="2022420"/>
            <a:ext cx="12192000" cy="4571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EB1C5A3-22FF-382D-3801-B6D9C4AC53E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52051"/>
          <a:stretch/>
        </p:blipFill>
        <p:spPr>
          <a:xfrm>
            <a:off x="4629335" y="1815780"/>
            <a:ext cx="5586493" cy="5042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7676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6865A83-7754-90AF-ABA5-0759C2C74767}"/>
              </a:ext>
            </a:extLst>
          </p:cNvPr>
          <p:cNvSpPr/>
          <p:nvPr userDrawn="1"/>
        </p:nvSpPr>
        <p:spPr>
          <a:xfrm>
            <a:off x="-1" y="0"/>
            <a:ext cx="12188952" cy="20482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10998D-17F5-CC68-2E37-9789F050B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688" y="228600"/>
            <a:ext cx="9528048" cy="1600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450D1A9C-4404-2909-F0C4-B7571474C94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2770632"/>
            <a:ext cx="10515600" cy="3392424"/>
          </a:xfrm>
        </p:spPr>
        <p:txBody>
          <a:bodyPr/>
          <a:lstStyle>
            <a:lvl1pPr marL="0" indent="0">
              <a:spcAft>
                <a:spcPts val="0"/>
              </a:spcAft>
              <a:buClr>
                <a:schemeClr val="accent2"/>
              </a:buClr>
              <a:buNone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228600">
              <a:spcBef>
                <a:spcPts val="1000"/>
              </a:spcBef>
              <a:buClr>
                <a:schemeClr val="accent2"/>
              </a:buClr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685800">
              <a:buClr>
                <a:schemeClr val="accent2"/>
              </a:buClr>
              <a:defRPr sz="2000">
                <a:solidFill>
                  <a:schemeClr val="tx2">
                    <a:lumMod val="25000"/>
                  </a:schemeClr>
                </a:solidFill>
              </a:defRPr>
            </a:lvl3pPr>
            <a:lvl4pPr marL="1143000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4pPr>
            <a:lvl5pPr marL="1600200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FE570D-F390-097A-83FE-FB9C9CD92E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32688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119F3A-839F-70D5-1136-F47387FBF6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1885D14-9B48-E0B1-43FF-B19F5005FDA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32292"/>
          <a:stretch/>
        </p:blipFill>
        <p:spPr>
          <a:xfrm>
            <a:off x="8472405" y="132047"/>
            <a:ext cx="3848748" cy="191372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D7ECFC8-50F2-4F2A-960A-F4F79E198620}"/>
              </a:ext>
            </a:extLst>
          </p:cNvPr>
          <p:cNvSpPr/>
          <p:nvPr userDrawn="1"/>
        </p:nvSpPr>
        <p:spPr>
          <a:xfrm>
            <a:off x="0" y="2022420"/>
            <a:ext cx="12192000" cy="4571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09998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68B802A0-174F-ED42-DB3C-30B25D7D20B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tx1">
              <a:lumMod val="50000"/>
              <a:lumOff val="50000"/>
            </a:schemeClr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5682FAF-43FC-D4B4-4D6A-E5D70198C1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7632" y="822960"/>
            <a:ext cx="6327648" cy="2221992"/>
          </a:xfrm>
          <a:noFill/>
        </p:spPr>
        <p:txBody>
          <a:bodyPr anchor="b">
            <a:noAutofit/>
          </a:bodyPr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FB724EDC-0FF4-BC78-C7CF-5B31189CBF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27632" y="3428999"/>
            <a:ext cx="6309360" cy="1703439"/>
          </a:xfrm>
          <a:noFill/>
        </p:spPr>
        <p:txBody>
          <a:bodyPr anchor="t">
            <a:normAutofit/>
          </a:bodyPr>
          <a:lstStyle>
            <a:lvl1pPr marL="0" indent="0" algn="l">
              <a:lnSpc>
                <a:spcPct val="130000"/>
              </a:lnSpc>
              <a:spcBef>
                <a:spcPts val="0"/>
              </a:spcBef>
              <a:buNone/>
              <a:defRPr sz="22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60061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0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26140" y="6356350"/>
            <a:ext cx="7848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76" r:id="rId4"/>
    <p:sldLayoutId id="2147483678" r:id="rId5"/>
    <p:sldLayoutId id="2147483684" r:id="rId6"/>
    <p:sldLayoutId id="2147483677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5" r:id="rId1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3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accent3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accent3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accent3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accent3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slideLayout" Target="../slideLayouts/slideLayout3.xml"/><Relationship Id="rId7" Type="http://schemas.microsoft.com/office/2007/relationships/hdphoto" Target="../media/hdphoto1.wdp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microsoft.com/office/2007/relationships/hdphoto" Target="../media/hdphoto3.wdp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A bouquet of flowers">
            <a:extLst>
              <a:ext uri="{FF2B5EF4-FFF2-40B4-BE49-F238E27FC236}">
                <a16:creationId xmlns:a16="http://schemas.microsoft.com/office/drawing/2014/main" id="{2E09DD34-43D4-3713-535D-7E9D95D3F4B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6F9772E4-10E9-13DE-8AE8-35BBB9DD1D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8176" y="1463040"/>
            <a:ext cx="6327648" cy="2180543"/>
          </a:xfrm>
        </p:spPr>
        <p:txBody>
          <a:bodyPr/>
          <a:lstStyle/>
          <a:p>
            <a:r>
              <a:rPr lang="en-US" dirty="0"/>
              <a:t>English level test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F7C09E8F-C241-2F75-70EA-32EC69551E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11096" y="3995928"/>
            <a:ext cx="5321808" cy="824404"/>
          </a:xfrm>
        </p:spPr>
        <p:txBody>
          <a:bodyPr/>
          <a:lstStyle/>
          <a:p>
            <a:r>
              <a:rPr lang="en-US" dirty="0"/>
              <a:t>Vladyslav Konrad​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318DF20-A4C4-3800-A69E-4E11F5A11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915117" y="3822700"/>
            <a:ext cx="5321300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laque 12">
            <a:extLst>
              <a:ext uri="{FF2B5EF4-FFF2-40B4-BE49-F238E27FC236}">
                <a16:creationId xmlns:a16="http://schemas.microsoft.com/office/drawing/2014/main" id="{AC9EB422-5602-36FF-E543-5B0C70E56E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84867" y="1269576"/>
            <a:ext cx="6781800" cy="4343824"/>
          </a:xfrm>
          <a:prstGeom prst="plaque">
            <a:avLst>
              <a:gd name="adj" fmla="val 7602"/>
            </a:avLst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053B63A-99EB-DBC1-DE80-E5E5214EF4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89728" y="3681876"/>
            <a:ext cx="972078" cy="285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159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6669" y="60796"/>
            <a:ext cx="5385816" cy="1810512"/>
          </a:xfrm>
        </p:spPr>
        <p:txBody>
          <a:bodyPr anchor="b">
            <a:normAutofit/>
          </a:bodyPr>
          <a:lstStyle/>
          <a:p>
            <a:pPr algn="ctr"/>
            <a:r>
              <a:rPr lang="en-US" dirty="0"/>
              <a:t>Warm-up</a:t>
            </a:r>
          </a:p>
        </p:txBody>
      </p:sp>
      <p:pic>
        <p:nvPicPr>
          <p:cNvPr id="12" name="Picture Placeholder 11" descr="A close up of white and pink flowers">
            <a:extLst>
              <a:ext uri="{FF2B5EF4-FFF2-40B4-BE49-F238E27FC236}">
                <a16:creationId xmlns:a16="http://schemas.microsoft.com/office/drawing/2014/main" id="{638025BA-3E49-3EFD-417E-955B4B95B2B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5174458" cy="6858000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88C46-D0BC-4307-AE55-7601A139E7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99048" y="2962656"/>
            <a:ext cx="5385816" cy="270662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Introduce yourself in English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				</a:t>
            </a:r>
            <a:r>
              <a:rPr lang="en-US" sz="1400" dirty="0"/>
              <a:t>5-10 min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1BC27E-ED02-E738-1B43-E66F422BD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02A7C2-1D63-EFD6-869B-2F167F966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4599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4" descr="A bouquet of flowers">
            <a:extLst>
              <a:ext uri="{FF2B5EF4-FFF2-40B4-BE49-F238E27FC236}">
                <a16:creationId xmlns:a16="http://schemas.microsoft.com/office/drawing/2014/main" id="{D34D75C6-A35A-52D3-B03F-61494B85803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 cstate="screen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9C3427B2-C457-FC4C-BA04-44EF586F346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Listen to audio recording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9C8D8B-2E15-875B-08A8-28C5524EF694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94F408-30BE-5DC2-806D-A217DB0281B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07775" y="6356350"/>
            <a:ext cx="784225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1" name="Plaque 10">
            <a:extLst>
              <a:ext uri="{FF2B5EF4-FFF2-40B4-BE49-F238E27FC236}">
                <a16:creationId xmlns:a16="http://schemas.microsoft.com/office/drawing/2014/main" id="{95E724B3-E95F-E150-E7F9-1C3F634EF0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32854" y="1782305"/>
            <a:ext cx="9546956" cy="3270142"/>
          </a:xfrm>
          <a:prstGeom prst="plaque">
            <a:avLst>
              <a:gd name="adj" fmla="val 7602"/>
            </a:avLst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BFEC193-4F90-6CAE-6259-21C8B6A84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08561" y="4925255"/>
            <a:ext cx="972078" cy="28538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F119B25-42CB-340B-ACB4-22178DF12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5608561" y="1624116"/>
            <a:ext cx="972078" cy="285381"/>
          </a:xfrm>
          <a:prstGeom prst="rect">
            <a:avLst/>
          </a:prstGeom>
        </p:spPr>
      </p:pic>
      <p:pic>
        <p:nvPicPr>
          <p:cNvPr id="2" name="Had+better">
            <a:hlinkClick r:id="" action="ppaction://media"/>
            <a:extLst>
              <a:ext uri="{FF2B5EF4-FFF2-40B4-BE49-F238E27FC236}">
                <a16:creationId xmlns:a16="http://schemas.microsoft.com/office/drawing/2014/main" id="{42795E09-0FED-33D3-94F1-B983F964746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5608560" y="4020636"/>
            <a:ext cx="569817" cy="487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481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65512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722376"/>
            <a:ext cx="6419088" cy="1131138"/>
          </a:xfrm>
          <a:noFill/>
        </p:spPr>
        <p:txBody>
          <a:bodyPr>
            <a:noAutofit/>
          </a:bodyPr>
          <a:lstStyle/>
          <a:p>
            <a:r>
              <a:rPr lang="en-US" dirty="0"/>
              <a:t>Had better vs should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446868-83F0-CEEF-5E60-6D55C93B52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4757" y="3429000"/>
            <a:ext cx="3896497" cy="3581400"/>
          </a:xfrm>
          <a:noFill/>
        </p:spPr>
        <p:txBody>
          <a:bodyPr>
            <a:normAutofit fontScale="70000" lnSpcReduction="20000"/>
          </a:bodyPr>
          <a:lstStyle/>
          <a:p>
            <a:r>
              <a:rPr lang="en-US" dirty="0"/>
              <a:t>Had better</a:t>
            </a:r>
          </a:p>
          <a:p>
            <a:endParaRPr lang="en-US" dirty="0"/>
          </a:p>
          <a:p>
            <a:r>
              <a:rPr lang="en-US" dirty="0"/>
              <a:t>Used when giving a strong advice, often with a hint of bad consequences if the advice is not followed. Structure: </a:t>
            </a:r>
            <a:r>
              <a:rPr lang="en-US" b="1" dirty="0"/>
              <a:t>subject</a:t>
            </a:r>
            <a:r>
              <a:rPr lang="en-US" dirty="0"/>
              <a:t> + </a:t>
            </a:r>
            <a:r>
              <a:rPr lang="en-US" b="1" dirty="0"/>
              <a:t>had better</a:t>
            </a:r>
            <a:r>
              <a:rPr lang="en-US" dirty="0"/>
              <a:t> + </a:t>
            </a:r>
            <a:r>
              <a:rPr lang="en-US" b="1" dirty="0"/>
              <a:t>base verb </a:t>
            </a:r>
            <a:r>
              <a:rPr lang="en-US" dirty="0"/>
              <a:t>Examples: You had better study for the exam. (It’s important, or it will go badly.) We had better leave now, or we’ll miss the train. </a:t>
            </a:r>
          </a:p>
          <a:p>
            <a:r>
              <a:rPr lang="en-US" dirty="0"/>
              <a:t>💡 Note: had better usually indicates urgency or danger, and can sound like a warning.</a:t>
            </a:r>
          </a:p>
        </p:txBody>
      </p:sp>
      <p:pic>
        <p:nvPicPr>
          <p:cNvPr id="9" name="Picture Placeholder 5" descr="A group of orange flowers">
            <a:extLst>
              <a:ext uri="{FF2B5EF4-FFF2-40B4-BE49-F238E27FC236}">
                <a16:creationId xmlns:a16="http://schemas.microsoft.com/office/drawing/2014/main" id="{B0E612D5-D631-0C31-BE9E-28739243329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6501"/>
                    </a14:imgEffect>
                    <a14:imgEffect>
                      <a14:saturation sat="6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754488" y="0"/>
            <a:ext cx="4434464" cy="6858000"/>
          </a:xfrm>
          <a:solidFill>
            <a:schemeClr val="bg1">
              <a:lumMod val="95000"/>
            </a:schemeClr>
          </a:solidFill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DABEA01-8A2C-878A-872D-54C84285BA3E}"/>
              </a:ext>
            </a:extLst>
          </p:cNvPr>
          <p:cNvSpPr txBox="1"/>
          <p:nvPr/>
        </p:nvSpPr>
        <p:spPr>
          <a:xfrm>
            <a:off x="1524000" y="603833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216552-9440-5C47-8F8A-268A1429E1AE}"/>
              </a:ext>
            </a:extLst>
          </p:cNvPr>
          <p:cNvSpPr txBox="1"/>
          <p:nvPr/>
        </p:nvSpPr>
        <p:spPr>
          <a:xfrm>
            <a:off x="4909751" y="3509319"/>
            <a:ext cx="1548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5E130D2D-C935-E6B7-1CA1-1F80A74FBF1A}"/>
              </a:ext>
            </a:extLst>
          </p:cNvPr>
          <p:cNvSpPr txBox="1">
            <a:spLocks/>
          </p:cNvSpPr>
          <p:nvPr/>
        </p:nvSpPr>
        <p:spPr>
          <a:xfrm>
            <a:off x="4201297" y="3509319"/>
            <a:ext cx="3295135" cy="3653481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 fontScale="6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Should</a:t>
            </a:r>
          </a:p>
          <a:p>
            <a:endParaRPr lang="en-US" dirty="0"/>
          </a:p>
          <a:p>
            <a:r>
              <a:rPr lang="en-US" dirty="0"/>
              <a:t>Used when giving a strong advice, often with a hint of bad consequences if the advice is not followed. Structure: </a:t>
            </a:r>
            <a:r>
              <a:rPr lang="en-US" b="1" dirty="0"/>
              <a:t>subject</a:t>
            </a:r>
            <a:r>
              <a:rPr lang="en-US" dirty="0"/>
              <a:t> + </a:t>
            </a:r>
            <a:r>
              <a:rPr lang="en-US" b="1" dirty="0"/>
              <a:t>had better</a:t>
            </a:r>
            <a:r>
              <a:rPr lang="en-US" dirty="0"/>
              <a:t> + </a:t>
            </a:r>
            <a:r>
              <a:rPr lang="en-US" b="1" dirty="0"/>
              <a:t>base verb </a:t>
            </a:r>
            <a:r>
              <a:rPr lang="en-US" dirty="0"/>
              <a:t>Examples: You had better study for the exam. (It’s important, or it will go badly.) We had better leave now, or we’ll miss the train. </a:t>
            </a:r>
          </a:p>
          <a:p>
            <a:r>
              <a:rPr lang="en-US" dirty="0"/>
              <a:t>💡 Note: had better usually indicates urgency or danger, and can sound like a warning.</a:t>
            </a:r>
          </a:p>
        </p:txBody>
      </p:sp>
    </p:spTree>
    <p:extLst>
      <p:ext uri="{BB962C8B-B14F-4D97-AF65-F5344CB8AC3E}">
        <p14:creationId xmlns:p14="http://schemas.microsoft.com/office/powerpoint/2010/main" val="3541873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688" y="1408176"/>
            <a:ext cx="3392424" cy="4014216"/>
          </a:xfrm>
          <a:noFill/>
        </p:spPr>
        <p:txBody>
          <a:bodyPr>
            <a:normAutofit/>
          </a:bodyPr>
          <a:lstStyle/>
          <a:p>
            <a:r>
              <a:rPr lang="en-US" dirty="0"/>
              <a:t>Grammar 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33159-D030-2F82-A142-F75940728319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724144" y="1536192"/>
            <a:ext cx="5696712" cy="3758184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It’s going to be very hot and sunny later. We___ better (bring) some sun cream and our sun hats.</a:t>
            </a:r>
          </a:p>
          <a:p>
            <a:pPr marL="0" indent="0">
              <a:buNone/>
            </a:pPr>
            <a:r>
              <a:rPr lang="en-US" dirty="0"/>
              <a:t>You ___ better (set) two alarms, otherwise you won’t wake up early tomorrow.</a:t>
            </a:r>
          </a:p>
          <a:p>
            <a:pPr marL="0" indent="0">
              <a:buNone/>
            </a:pPr>
            <a:r>
              <a:rPr lang="en-US"/>
              <a:t>Graham: “Who else shall we invite to the wedding?” Marie: “We___ better invite Aunt Joan, otherwise she will be really upset.”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8D929C-9009-957F-5897-9AA1649E6C7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98EC13-CC66-14BE-C305-D90EB840C4E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24245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A bouquet of flowers">
            <a:extLst>
              <a:ext uri="{FF2B5EF4-FFF2-40B4-BE49-F238E27FC236}">
                <a16:creationId xmlns:a16="http://schemas.microsoft.com/office/drawing/2014/main" id="{82C0F469-9EA6-0942-67ED-8D4851C74BF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09000"/>
                    </a14:imgEffect>
                    <a14:imgEffect>
                      <a14:brightnessContrast bright="-6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DF951822-544C-11FC-36D3-F53CE376B9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7048" y="2276856"/>
            <a:ext cx="9144000" cy="1508760"/>
          </a:xfrm>
        </p:spPr>
        <p:txBody>
          <a:bodyPr/>
          <a:lstStyle/>
          <a:p>
            <a:r>
              <a:rPr lang="en-US" dirty="0"/>
              <a:t>Selecting visual aids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D289A6C7-C300-4AAC-DEAE-687BBDA307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3858768"/>
            <a:ext cx="9144000" cy="841248"/>
          </a:xfrm>
        </p:spPr>
        <p:txBody>
          <a:bodyPr/>
          <a:lstStyle/>
          <a:p>
            <a:r>
              <a:rPr lang="en-US" dirty="0"/>
              <a:t>Enhancing your presentation</a:t>
            </a:r>
          </a:p>
        </p:txBody>
      </p:sp>
      <p:sp>
        <p:nvSpPr>
          <p:cNvPr id="12" name="Plaque 11">
            <a:extLst>
              <a:ext uri="{FF2B5EF4-FFF2-40B4-BE49-F238E27FC236}">
                <a16:creationId xmlns:a16="http://schemas.microsoft.com/office/drawing/2014/main" id="{F6C1C551-67AC-029A-A3FE-5521A1CD68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32854" y="1782305"/>
            <a:ext cx="9546956" cy="3270142"/>
          </a:xfrm>
          <a:prstGeom prst="plaque">
            <a:avLst>
              <a:gd name="adj" fmla="val 7602"/>
            </a:avLst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27F1579-738B-D9DF-6A9B-98AB5F50D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33949" y="3605726"/>
            <a:ext cx="5321300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E96736DE-5AE2-4B04-69F4-474224408D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08560" y="3464902"/>
            <a:ext cx="972078" cy="285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1772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270AC-601F-D537-3460-3FE09CC6A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688" y="228600"/>
            <a:ext cx="9528048" cy="1600200"/>
          </a:xfrm>
        </p:spPr>
        <p:txBody>
          <a:bodyPr/>
          <a:lstStyle/>
          <a:p>
            <a:r>
              <a:rPr lang="en-US" dirty="0"/>
              <a:t>Effective delivery techniques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4593D07-3857-8A04-606E-258D1E9908D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32688" y="2523744"/>
            <a:ext cx="4864608" cy="3694176"/>
          </a:xfrm>
        </p:spPr>
        <p:txBody>
          <a:bodyPr/>
          <a:lstStyle/>
          <a:p>
            <a:r>
              <a:rPr lang="en-US" dirty="0"/>
              <a:t>This is a powerful tool in public speaking. It involves varying pitch, tone, and volume to convey emotion, emphasize points, and maintain interest. </a:t>
            </a:r>
          </a:p>
          <a:p>
            <a:pPr lvl="1"/>
            <a:r>
              <a:rPr lang="en-US" dirty="0"/>
              <a:t>Pitch variation</a:t>
            </a:r>
          </a:p>
          <a:p>
            <a:pPr lvl="1"/>
            <a:r>
              <a:rPr lang="en-US" dirty="0"/>
              <a:t>Tone inflection</a:t>
            </a:r>
          </a:p>
          <a:p>
            <a:pPr lvl="1"/>
            <a:r>
              <a:rPr lang="en-US" dirty="0"/>
              <a:t>Volume control</a:t>
            </a:r>
          </a:p>
          <a:p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5BB6B2-ED6A-BB7C-2FF7-FB659089012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684264" y="2523744"/>
            <a:ext cx="4864608" cy="3694176"/>
          </a:xfrm>
        </p:spPr>
        <p:txBody>
          <a:bodyPr/>
          <a:lstStyle/>
          <a:p>
            <a:r>
              <a:rPr lang="en-US" dirty="0"/>
              <a:t>Effective body language enhances your message, making it more impactful and memorable.</a:t>
            </a:r>
          </a:p>
          <a:p>
            <a:pPr lvl="1"/>
            <a:r>
              <a:rPr lang="en-US" dirty="0"/>
              <a:t>Meaningful eye contact</a:t>
            </a:r>
          </a:p>
          <a:p>
            <a:pPr lvl="1"/>
            <a:r>
              <a:rPr lang="en-US" dirty="0"/>
              <a:t>Purposeful gestures</a:t>
            </a:r>
          </a:p>
          <a:p>
            <a:pPr lvl="1"/>
            <a:r>
              <a:rPr lang="en-US" dirty="0"/>
              <a:t>Maintain good posture</a:t>
            </a:r>
          </a:p>
          <a:p>
            <a:pPr lvl="1"/>
            <a:r>
              <a:rPr lang="en-US" dirty="0"/>
              <a:t>Control your expressions</a:t>
            </a:r>
          </a:p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66D170-AC52-72BE-0CB6-F9F504A3D2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32688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46466F-9F24-C34E-BBA6-2CB9430552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33433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9443C06-A530-329A-9ECC-3E0484827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1584" y="1408176"/>
            <a:ext cx="3392424" cy="4014216"/>
          </a:xfrm>
        </p:spPr>
        <p:txBody>
          <a:bodyPr/>
          <a:lstStyle/>
          <a:p>
            <a:r>
              <a:rPr lang="en-US" dirty="0"/>
              <a:t>Navigating Q&amp;A sessions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D45388B-F6C6-3BAE-BC81-AD233BEC858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32688" y="685800"/>
            <a:ext cx="5276088" cy="1563624"/>
          </a:xfrm>
        </p:spPr>
        <p:txBody>
          <a:bodyPr/>
          <a:lstStyle/>
          <a:p>
            <a:r>
              <a:rPr lang="en-US" dirty="0"/>
              <a:t>Know your material in advance</a:t>
            </a:r>
          </a:p>
          <a:p>
            <a:r>
              <a:rPr lang="en-US" dirty="0"/>
              <a:t>Anticipate common questions</a:t>
            </a:r>
          </a:p>
          <a:p>
            <a:r>
              <a:rPr lang="en-US" dirty="0"/>
              <a:t>Rehearse your responses</a:t>
            </a:r>
          </a:p>
          <a:p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83B2F5C-D09B-2126-5784-589918E6E1A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32688" y="2697480"/>
            <a:ext cx="5276088" cy="3483864"/>
          </a:xfrm>
        </p:spPr>
        <p:txBody>
          <a:bodyPr/>
          <a:lstStyle/>
          <a:p>
            <a:r>
              <a:rPr lang="en-US" dirty="0"/>
              <a:t>Maintaining composure during the Q&amp;A session is essential for projecting confidence and authority. Consider the following tips for staying composed:</a:t>
            </a:r>
          </a:p>
          <a:p>
            <a:pPr lvl="1"/>
            <a:r>
              <a:rPr lang="en-US" dirty="0"/>
              <a:t>Stay calm</a:t>
            </a:r>
          </a:p>
          <a:p>
            <a:pPr lvl="1"/>
            <a:r>
              <a:rPr lang="en-US" dirty="0"/>
              <a:t>Actively listen</a:t>
            </a:r>
          </a:p>
          <a:p>
            <a:pPr lvl="1"/>
            <a:r>
              <a:rPr lang="en-US" dirty="0"/>
              <a:t>Pause and reflect</a:t>
            </a:r>
          </a:p>
          <a:p>
            <a:pPr lvl="1"/>
            <a:r>
              <a:rPr lang="en-US" dirty="0"/>
              <a:t>Maintain eye contact</a:t>
            </a:r>
          </a:p>
          <a:p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C4E5619-0985-32B6-EC73-AFBCAB2F1CF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32688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02C321-51E3-42FB-272E-92F2DCF5A91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23966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057FFDB-DFEC-7174-F23F-20C423A03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3792" y="557784"/>
            <a:ext cx="6419088" cy="1929384"/>
          </a:xfrm>
        </p:spPr>
        <p:txBody>
          <a:bodyPr/>
          <a:lstStyle/>
          <a:p>
            <a:r>
              <a:rPr lang="en-US" dirty="0"/>
              <a:t>Speaking impact</a:t>
            </a:r>
          </a:p>
        </p:txBody>
      </p:sp>
      <p:pic>
        <p:nvPicPr>
          <p:cNvPr id="8" name="Picture Placeholder 7" descr="Close up of yellow flowers">
            <a:extLst>
              <a:ext uri="{FF2B5EF4-FFF2-40B4-BE49-F238E27FC236}">
                <a16:creationId xmlns:a16="http://schemas.microsoft.com/office/drawing/2014/main" id="{A30CECCA-DB43-3EBC-1ED9-4E7CD74EE3E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434464" cy="6858000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F3EE20-53E0-0C62-809D-211B05B8804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193792" y="3328416"/>
            <a:ext cx="6419088" cy="2441448"/>
          </a:xfrm>
        </p:spPr>
        <p:txBody>
          <a:bodyPr/>
          <a:lstStyle/>
          <a:p>
            <a:r>
              <a:rPr lang="en-US" dirty="0"/>
              <a:t>Your ability to communicate effectively will leave a lasting impact on your audience</a:t>
            </a:r>
          </a:p>
          <a:p>
            <a:r>
              <a:rPr lang="en-US" dirty="0"/>
              <a:t>Effectively communicating involves not only delivering a message but also resonating with the experiences, values, and emotions of those listening </a:t>
            </a:r>
          </a:p>
          <a:p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BF157F0-FCC9-135B-D7C0-66741C62659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193792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F090ED-AB65-F860-A6D0-5F6E60E175E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94286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EBFBF-F8B0-D44E-B6BF-4A0429AC3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688" y="228600"/>
            <a:ext cx="9528048" cy="1600200"/>
          </a:xfrm>
        </p:spPr>
        <p:txBody>
          <a:bodyPr/>
          <a:lstStyle/>
          <a:p>
            <a:r>
              <a:rPr lang="en-US" dirty="0"/>
              <a:t>Dynamic delivery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AD44121-A8E9-49A3-B086-E9F57817889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32688" y="2770632"/>
            <a:ext cx="2487168" cy="3502152"/>
          </a:xfrm>
        </p:spPr>
        <p:txBody>
          <a:bodyPr/>
          <a:lstStyle/>
          <a:p>
            <a:r>
              <a:rPr lang="en-US" dirty="0"/>
              <a:t>Learn to infuse energy into your delivery to leave a lasting impression</a:t>
            </a:r>
          </a:p>
          <a:p>
            <a:r>
              <a:rPr lang="en-US" dirty="0"/>
              <a:t>One of the goals </a:t>
            </a:r>
            <a:br>
              <a:rPr lang="en-US" dirty="0"/>
            </a:br>
            <a:r>
              <a:rPr lang="en-US" dirty="0"/>
              <a:t>of effective communication is to motivate your audience</a:t>
            </a:r>
          </a:p>
        </p:txBody>
      </p:sp>
      <p:graphicFrame>
        <p:nvGraphicFramePr>
          <p:cNvPr id="7" name="Table Placeholder 2">
            <a:extLst>
              <a:ext uri="{FF2B5EF4-FFF2-40B4-BE49-F238E27FC236}">
                <a16:creationId xmlns:a16="http://schemas.microsoft.com/office/drawing/2014/main" id="{7B166768-B202-E472-5FBC-6570BDBFBD7E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4030356631"/>
              </p:ext>
            </p:extLst>
          </p:nvPr>
        </p:nvGraphicFramePr>
        <p:xfrm>
          <a:off x="3786188" y="2770188"/>
          <a:ext cx="7572214" cy="33958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1766">
                  <a:extLst>
                    <a:ext uri="{9D8B030D-6E8A-4147-A177-3AD203B41FA5}">
                      <a16:colId xmlns:a16="http://schemas.microsoft.com/office/drawing/2014/main" val="127040821"/>
                    </a:ext>
                  </a:extLst>
                </a:gridCol>
                <a:gridCol w="2256695">
                  <a:extLst>
                    <a:ext uri="{9D8B030D-6E8A-4147-A177-3AD203B41FA5}">
                      <a16:colId xmlns:a16="http://schemas.microsoft.com/office/drawing/2014/main" val="149845700"/>
                    </a:ext>
                  </a:extLst>
                </a:gridCol>
                <a:gridCol w="1363851">
                  <a:extLst>
                    <a:ext uri="{9D8B030D-6E8A-4147-A177-3AD203B41FA5}">
                      <a16:colId xmlns:a16="http://schemas.microsoft.com/office/drawing/2014/main" val="3119692462"/>
                    </a:ext>
                  </a:extLst>
                </a:gridCol>
                <a:gridCol w="1279902">
                  <a:extLst>
                    <a:ext uri="{9D8B030D-6E8A-4147-A177-3AD203B41FA5}">
                      <a16:colId xmlns:a16="http://schemas.microsoft.com/office/drawing/2014/main" val="3472639139"/>
                    </a:ext>
                  </a:extLst>
                </a:gridCol>
              </a:tblGrid>
              <a:tr h="53601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Measurement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Target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Actual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013591"/>
                  </a:ext>
                </a:extLst>
              </a:tr>
              <a:tr h="53601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Audience attendance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# of attendees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867931"/>
                  </a:ext>
                </a:extLst>
              </a:tr>
              <a:tr h="53601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Engagement duration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Minutes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209771"/>
                  </a:ext>
                </a:extLst>
              </a:tr>
              <a:tr h="53601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Q&amp;A interaction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# of questions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1031278"/>
                  </a:ext>
                </a:extLst>
              </a:tr>
              <a:tr h="53601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Positive feedback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1840781"/>
                  </a:ext>
                </a:extLst>
              </a:tr>
              <a:tr h="7158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Rate of information retention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389741"/>
                  </a:ext>
                </a:extLst>
              </a:tr>
            </a:tbl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A848C7-243A-AE13-E323-3C71FD8DA6C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32688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C69194-7927-A259-0C43-EE59A460354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81909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3246B-8AB7-A0C9-C6DD-5D9F49D5B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688" y="228600"/>
            <a:ext cx="9528048" cy="1600200"/>
          </a:xfrm>
        </p:spPr>
        <p:txBody>
          <a:bodyPr/>
          <a:lstStyle/>
          <a:p>
            <a:r>
              <a:rPr lang="en-US" dirty="0"/>
              <a:t>Final tips &amp; takeaways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20DCAFD-6C4D-D08A-CF94-0DA099CE4B5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32688" y="2432304"/>
            <a:ext cx="6163056" cy="3739896"/>
          </a:xfrm>
        </p:spPr>
        <p:txBody>
          <a:bodyPr/>
          <a:lstStyle/>
          <a:p>
            <a:r>
              <a:rPr lang="en-US" dirty="0"/>
              <a:t>Consistent rehearsal</a:t>
            </a:r>
          </a:p>
          <a:p>
            <a:pPr lvl="1"/>
            <a:r>
              <a:rPr lang="en-US" dirty="0"/>
              <a:t>Strengthen your familiarity</a:t>
            </a:r>
          </a:p>
          <a:p>
            <a:r>
              <a:rPr lang="en-US" dirty="0"/>
              <a:t>Refine delivery style</a:t>
            </a:r>
          </a:p>
          <a:p>
            <a:pPr lvl="1"/>
            <a:r>
              <a:rPr lang="en-US" dirty="0"/>
              <a:t>Pacing, tone, and emphasis</a:t>
            </a:r>
          </a:p>
          <a:p>
            <a:r>
              <a:rPr lang="en-US" dirty="0"/>
              <a:t>Timing and transitions</a:t>
            </a:r>
          </a:p>
          <a:p>
            <a:pPr lvl="1"/>
            <a:r>
              <a:rPr lang="en-US" dirty="0"/>
              <a:t>Aim for seamless, professional delivery</a:t>
            </a:r>
          </a:p>
          <a:p>
            <a:r>
              <a:rPr lang="en-US" dirty="0"/>
              <a:t>Practice audience</a:t>
            </a:r>
          </a:p>
          <a:p>
            <a:pPr lvl="1"/>
            <a:r>
              <a:rPr lang="en-US" dirty="0"/>
              <a:t>Enlist colleagues to listen &amp; provide feedback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538762-AEBF-8FD9-03AC-305879D2DC1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424928" y="2441448"/>
            <a:ext cx="4169664" cy="3703320"/>
          </a:xfrm>
        </p:spPr>
        <p:txBody>
          <a:bodyPr/>
          <a:lstStyle/>
          <a:p>
            <a:r>
              <a:rPr lang="en-US" dirty="0"/>
              <a:t>Seek feedback</a:t>
            </a:r>
          </a:p>
          <a:p>
            <a:r>
              <a:rPr lang="en-US" dirty="0"/>
              <a:t>Reflect on performance</a:t>
            </a:r>
          </a:p>
          <a:p>
            <a:r>
              <a:rPr lang="en-US" dirty="0"/>
              <a:t>Explore new techniques</a:t>
            </a:r>
          </a:p>
          <a:p>
            <a:r>
              <a:rPr lang="en-US" dirty="0"/>
              <a:t>Set personal goals</a:t>
            </a:r>
          </a:p>
          <a:p>
            <a:r>
              <a:rPr lang="en-US" dirty="0"/>
              <a:t>Iterate and adapt</a:t>
            </a:r>
          </a:p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F99439-1EDB-4E13-5595-B32899617DF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32688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451A59-0D86-B758-5926-53062622A5E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74816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E0DBD-0B2D-6832-A30D-1A7031851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Speaking engagement metrics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5A5A04-AC5B-B4F0-7404-47D8B3C743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F5138A-B125-D716-1DF1-A12D0FBDFA0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12</a:t>
            </a:fld>
            <a:endParaRPr lang="en-US" dirty="0"/>
          </a:p>
        </p:txBody>
      </p:sp>
      <p:graphicFrame>
        <p:nvGraphicFramePr>
          <p:cNvPr id="6" name="Table Placeholder 3">
            <a:extLst>
              <a:ext uri="{FF2B5EF4-FFF2-40B4-BE49-F238E27FC236}">
                <a16:creationId xmlns:a16="http://schemas.microsoft.com/office/drawing/2014/main" id="{FCA28DE6-C101-C79F-9EA4-ADCD87209AD5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862908459"/>
              </p:ext>
            </p:extLst>
          </p:nvPr>
        </p:nvGraphicFramePr>
        <p:xfrm>
          <a:off x="841375" y="2770188"/>
          <a:ext cx="10515600" cy="33958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1855">
                  <a:extLst>
                    <a:ext uri="{9D8B030D-6E8A-4147-A177-3AD203B41FA5}">
                      <a16:colId xmlns:a16="http://schemas.microsoft.com/office/drawing/2014/main" val="2382218087"/>
                    </a:ext>
                  </a:extLst>
                </a:gridCol>
                <a:gridCol w="3338983">
                  <a:extLst>
                    <a:ext uri="{9D8B030D-6E8A-4147-A177-3AD203B41FA5}">
                      <a16:colId xmlns:a16="http://schemas.microsoft.com/office/drawing/2014/main" val="3953468724"/>
                    </a:ext>
                  </a:extLst>
                </a:gridCol>
                <a:gridCol w="2056921">
                  <a:extLst>
                    <a:ext uri="{9D8B030D-6E8A-4147-A177-3AD203B41FA5}">
                      <a16:colId xmlns:a16="http://schemas.microsoft.com/office/drawing/2014/main" val="4277526474"/>
                    </a:ext>
                  </a:extLst>
                </a:gridCol>
                <a:gridCol w="1837841">
                  <a:extLst>
                    <a:ext uri="{9D8B030D-6E8A-4147-A177-3AD203B41FA5}">
                      <a16:colId xmlns:a16="http://schemas.microsoft.com/office/drawing/2014/main" val="2438884888"/>
                    </a:ext>
                  </a:extLst>
                </a:gridCol>
              </a:tblGrid>
              <a:tr h="56598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Impact factor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Measurement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Target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Achieved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7107962"/>
                  </a:ext>
                </a:extLst>
              </a:tr>
              <a:tr h="56598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Audience interaction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1386868"/>
                  </a:ext>
                </a:extLst>
              </a:tr>
              <a:tr h="56598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Knowledge retention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626418"/>
                  </a:ext>
                </a:extLst>
              </a:tr>
              <a:tr h="56598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Post-presentation surveys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Average rating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2482967"/>
                  </a:ext>
                </a:extLst>
              </a:tr>
              <a:tr h="56598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Referral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6251906"/>
                  </a:ext>
                </a:extLst>
              </a:tr>
              <a:tr h="56598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Collaboration opportunities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# of opportunities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85371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67753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Placeholder 11" descr="A bouquet of flowers">
            <a:extLst>
              <a:ext uri="{FF2B5EF4-FFF2-40B4-BE49-F238E27FC236}">
                <a16:creationId xmlns:a16="http://schemas.microsoft.com/office/drawing/2014/main" id="{8AB2ECDC-2C97-9031-6EF9-11EF690976E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1697D649-277C-A20F-F588-7EA2B85B12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7632" y="822960"/>
            <a:ext cx="6327648" cy="2221992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6EF8E06F-4153-981B-474D-3D483B6F4F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27632" y="3428999"/>
            <a:ext cx="6309360" cy="1703439"/>
          </a:xfrm>
        </p:spPr>
        <p:txBody>
          <a:bodyPr>
            <a:normAutofit/>
          </a:bodyPr>
          <a:lstStyle/>
          <a:p>
            <a:r>
              <a:rPr lang="en-US" dirty="0"/>
              <a:t>Mirjam Nilsson​</a:t>
            </a:r>
          </a:p>
          <a:p>
            <a:r>
              <a:rPr lang="en-US" dirty="0"/>
              <a:t>mirjam@contoso.com  </a:t>
            </a:r>
          </a:p>
          <a:p>
            <a:r>
              <a:rPr lang="en-US" dirty="0"/>
              <a:t>www.contoso.com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E502E84-5063-F43E-AC45-9F5CEAA69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701285" y="3209689"/>
            <a:ext cx="3624541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DE43C393-A639-F47D-D8A8-BAF189C583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39787" y="3066998"/>
            <a:ext cx="972078" cy="285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04083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20">
      <a:dk1>
        <a:srgbClr val="000000"/>
      </a:dk1>
      <a:lt1>
        <a:srgbClr val="FFFFFF"/>
      </a:lt1>
      <a:dk2>
        <a:srgbClr val="CAD8D6"/>
      </a:dk2>
      <a:lt2>
        <a:srgbClr val="E7E6E6"/>
      </a:lt2>
      <a:accent1>
        <a:srgbClr val="7E8679"/>
      </a:accent1>
      <a:accent2>
        <a:srgbClr val="72292A"/>
      </a:accent2>
      <a:accent3>
        <a:srgbClr val="4A3A1C"/>
      </a:accent3>
      <a:accent4>
        <a:srgbClr val="E47D60"/>
      </a:accent4>
      <a:accent5>
        <a:srgbClr val="CEBBAF"/>
      </a:accent5>
      <a:accent6>
        <a:srgbClr val="E8DAC4"/>
      </a:accent6>
      <a:hlink>
        <a:srgbClr val="3968F6"/>
      </a:hlink>
      <a:folHlink>
        <a:srgbClr val="954F72"/>
      </a:folHlink>
    </a:clrScheme>
    <a:fontScheme name="Custom 23">
      <a:majorFont>
        <a:latin typeface="Baskerville Old Face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loral flourish_win32_CP_v3" id="{3BF332BF-22B8-49D8-950E-E9BBBBF59833}" vid="{E4E7F1DC-3AF4-489F-A450-0CED11A8EBA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384BFC8-02DA-464F-AE97-4951BE47415C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71E6BC5B-F32E-483D-A6CB-100D6BCB78C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9915FD3-F777-4046-A12C-BE3860E324BC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{B738C209-27FE-4D1A-9597-2A15B8A08525}TF6ca04e33-feaa-4cf5-9b27-d56362f12ac085bf296f_win32-5c14a82fef6c</Template>
  <TotalTime>29</TotalTime>
  <Words>615</Words>
  <Application>Microsoft Office PowerPoint</Application>
  <PresentationFormat>Widescreen</PresentationFormat>
  <Paragraphs>136</Paragraphs>
  <Slides>13</Slides>
  <Notes>2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Baskerville Old Face</vt:lpstr>
      <vt:lpstr>Calibri</vt:lpstr>
      <vt:lpstr>Gill Sans Nova Light</vt:lpstr>
      <vt:lpstr>Custom</vt:lpstr>
      <vt:lpstr>English level test</vt:lpstr>
      <vt:lpstr>Warm-up</vt:lpstr>
      <vt:lpstr>Listen to audio recording</vt:lpstr>
      <vt:lpstr>Had better vs should</vt:lpstr>
      <vt:lpstr>Grammar test</vt:lpstr>
      <vt:lpstr>Selecting visual aids</vt:lpstr>
      <vt:lpstr>Effective delivery techniques</vt:lpstr>
      <vt:lpstr>Navigating Q&amp;A sessions</vt:lpstr>
      <vt:lpstr>Speaking impact</vt:lpstr>
      <vt:lpstr>Dynamic delivery</vt:lpstr>
      <vt:lpstr>Final tips &amp; takeaways</vt:lpstr>
      <vt:lpstr>Speaking engagement metrics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Vladyslav Konrad</dc:creator>
  <cp:lastModifiedBy>Vladyslav Konrad</cp:lastModifiedBy>
  <cp:revision>1</cp:revision>
  <dcterms:created xsi:type="dcterms:W3CDTF">2025-08-18T13:41:30Z</dcterms:created>
  <dcterms:modified xsi:type="dcterms:W3CDTF">2025-08-18T14:10:34Z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